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7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0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80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8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82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9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3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6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8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76142-6B09-4829-AE89-69C949BFA60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80884-ED5C-44CC-8CE9-922EC3F56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81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</dc:title>
  <dc:creator>Microsoft account</dc:creator>
  <cp:lastModifiedBy>Microsoft account</cp:lastModifiedBy>
  <cp:revision>2</cp:revision>
  <dcterms:created xsi:type="dcterms:W3CDTF">2025-11-28T06:32:25Z</dcterms:created>
  <dcterms:modified xsi:type="dcterms:W3CDTF">2025-11-28T06:32:52Z</dcterms:modified>
</cp:coreProperties>
</file>